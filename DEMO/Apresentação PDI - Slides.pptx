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5866b492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5866b492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6247c6be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6247c6be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5866b492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5866b492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5866b492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5866b492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5866b492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5866b492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5866b492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5866b492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5866b492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5866b492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5866b4925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5866b4925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5866b492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5866b492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5866b4925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5866b4925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5866b4925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5866b4925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5866b492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5866b492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5866b492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5866b492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5866b492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5866b492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448112840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448112840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9" Type="http://schemas.openxmlformats.org/officeDocument/2006/relationships/image" Target="../media/image26.png"/><Relationship Id="rId5" Type="http://schemas.openxmlformats.org/officeDocument/2006/relationships/hyperlink" Target="https://github.com/LeonOliveir4" TargetMode="External"/><Relationship Id="rId6" Type="http://schemas.openxmlformats.org/officeDocument/2006/relationships/hyperlink" Target="https://github.com/LeFabSo" TargetMode="External"/><Relationship Id="rId7" Type="http://schemas.openxmlformats.org/officeDocument/2006/relationships/hyperlink" Target="https://github.com/MuriloVAlves" TargetMode="External"/><Relationship Id="rId8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3391025"/>
            <a:ext cx="5625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700">
                <a:solidFill>
                  <a:schemeClr val="lt1"/>
                </a:solidFill>
              </a:rPr>
              <a:t>Aprimoramento de Imagens e Segmentação para Investigação e Interpretação Visual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-778450" y="4334700"/>
            <a:ext cx="72459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2"/>
                </a:solidFill>
              </a:rPr>
              <a:t>Processamento Digital de Imagens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301475" y="3292625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Leonardo Pires de Oliveira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Leonardo Fabiano de Souza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Murilo Valentim Alves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Stephany Caroline C. Santanna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595325" y="1449350"/>
            <a:ext cx="34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474026" y="-57400"/>
            <a:ext cx="73191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Quem Somos</a:t>
            </a: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4585100" y="1423075"/>
            <a:ext cx="0" cy="354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4"/>
          <p:cNvSpPr txBox="1"/>
          <p:nvPr/>
        </p:nvSpPr>
        <p:spPr>
          <a:xfrm>
            <a:off x="919525" y="23767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Leonardo Pires de Oliveira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887988" y="43021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Leonardo Fabiano de Souza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282200" y="2310100"/>
            <a:ext cx="309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Murilo Valentim Alves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282200" y="4302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Stephany Caroline C. Santanna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2125" y="1040000"/>
            <a:ext cx="1516075" cy="138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6400" y="1004100"/>
            <a:ext cx="1336775" cy="133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57175" y="2880325"/>
            <a:ext cx="1336775" cy="1385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42125" y="2719600"/>
            <a:ext cx="1484325" cy="165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474026" y="-57400"/>
            <a:ext cx="73191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Visão Geral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0" y="1316650"/>
            <a:ext cx="44526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Quem Somos</a:t>
            </a:r>
            <a:r>
              <a:rPr lang="pt-BR" sz="2000">
                <a:solidFill>
                  <a:schemeClr val="dk1"/>
                </a:solidFill>
              </a:rPr>
              <a:t>: 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  <a:highlight>
                  <a:srgbClr val="FFFFFF"/>
                </a:highlight>
              </a:rPr>
              <a:t>Motivação empática da escolha do projeto</a:t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  <a:highlight>
                  <a:srgbClr val="FFFFFF"/>
                </a:highlight>
              </a:rPr>
              <a:t>Vídeo gravado no teste de campo</a:t>
            </a:r>
            <a:endParaRPr b="1" sz="2000">
              <a:solidFill>
                <a:schemeClr val="dk1"/>
              </a:solidFill>
            </a:endParaRPr>
          </a:p>
        </p:txBody>
      </p:sp>
      <p:cxnSp>
        <p:nvCxnSpPr>
          <p:cNvPr id="78" name="Google Shape;78;p15"/>
          <p:cNvCxnSpPr/>
          <p:nvPr/>
        </p:nvCxnSpPr>
        <p:spPr>
          <a:xfrm>
            <a:off x="4585100" y="1423075"/>
            <a:ext cx="0" cy="354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" name="Google Shape;79;p15"/>
          <p:cNvSpPr txBox="1"/>
          <p:nvPr/>
        </p:nvSpPr>
        <p:spPr>
          <a:xfrm>
            <a:off x="4647800" y="1401900"/>
            <a:ext cx="42126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  <a:highlight>
                  <a:srgbClr val="FFFFFF"/>
                </a:highlight>
              </a:rPr>
              <a:t>Demonstração presencial da execução</a:t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  <a:highlight>
                  <a:srgbClr val="FFFFFF"/>
                </a:highlight>
              </a:rPr>
              <a:t>Análise dos resultados</a:t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  <a:highlight>
                  <a:srgbClr val="FFFFFF"/>
                </a:highlight>
              </a:rPr>
              <a:t>Conclusões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Contatos e links do projeto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ctrTitle"/>
          </p:nvPr>
        </p:nvSpPr>
        <p:spPr>
          <a:xfrm>
            <a:off x="640825" y="484100"/>
            <a:ext cx="6925800" cy="112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Motivação empática da escolha do projeto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50" y="1562075"/>
            <a:ext cx="241935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2762" y="1562075"/>
            <a:ext cx="1981925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0425" y="1562075"/>
            <a:ext cx="2160053" cy="13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130150" y="3016075"/>
            <a:ext cx="3966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Durante as entrevistas empáticas, encontramos um consenso: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4258350" y="3016075"/>
            <a:ext cx="3966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</a:rPr>
              <a:t>Facilitar a leitura e identificação geral de detalhes em imagens para pessoas com problemas de visão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ctrTitle"/>
          </p:nvPr>
        </p:nvSpPr>
        <p:spPr>
          <a:xfrm>
            <a:off x="479601" y="1311850"/>
            <a:ext cx="73191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Vídeo gravado no teste de campo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2517900" y="4171500"/>
            <a:ext cx="422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https://youtu.be/t9xkeODJZGc</a:t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6425" y="1670825"/>
            <a:ext cx="1955657" cy="242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ctrTitle"/>
          </p:nvPr>
        </p:nvSpPr>
        <p:spPr>
          <a:xfrm>
            <a:off x="411601" y="2886200"/>
            <a:ext cx="73191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Demonstração presencial da execução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ctrTitle"/>
          </p:nvPr>
        </p:nvSpPr>
        <p:spPr>
          <a:xfrm>
            <a:off x="462901" y="1311850"/>
            <a:ext cx="73191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dos resultados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0725" y="1787325"/>
            <a:ext cx="3238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9775" y="2925750"/>
            <a:ext cx="2857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325" y="1618075"/>
            <a:ext cx="2648500" cy="153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41276" y="1573948"/>
            <a:ext cx="3059449" cy="165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95950" y="3179700"/>
            <a:ext cx="3229839" cy="168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ctrTitle"/>
          </p:nvPr>
        </p:nvSpPr>
        <p:spPr>
          <a:xfrm>
            <a:off x="462901" y="1311850"/>
            <a:ext cx="73191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dos resultados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0725" y="1787325"/>
            <a:ext cx="3238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9775" y="2925750"/>
            <a:ext cx="2857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150" y="1538275"/>
            <a:ext cx="3282850" cy="16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34589" y="1622400"/>
            <a:ext cx="2819575" cy="160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24401" y="3179700"/>
            <a:ext cx="3052275" cy="173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ctrTitle"/>
          </p:nvPr>
        </p:nvSpPr>
        <p:spPr>
          <a:xfrm>
            <a:off x="462901" y="1311850"/>
            <a:ext cx="73191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dos resultados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0725" y="1787325"/>
            <a:ext cx="32385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9775" y="2925750"/>
            <a:ext cx="2857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57500" y="1853975"/>
            <a:ext cx="4086225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ctrTitle"/>
          </p:nvPr>
        </p:nvSpPr>
        <p:spPr>
          <a:xfrm>
            <a:off x="479601" y="1373025"/>
            <a:ext cx="73191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dos resultados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0250" y="1027950"/>
            <a:ext cx="4598174" cy="338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ctrTitle"/>
          </p:nvPr>
        </p:nvSpPr>
        <p:spPr>
          <a:xfrm>
            <a:off x="479601" y="1373025"/>
            <a:ext cx="73191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dos resultados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5625" y="1063881"/>
            <a:ext cx="4738475" cy="349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ctrTitle"/>
          </p:nvPr>
        </p:nvSpPr>
        <p:spPr>
          <a:xfrm>
            <a:off x="479601" y="1373025"/>
            <a:ext cx="73191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dos resultados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8588" y="924025"/>
            <a:ext cx="4581125" cy="368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ctrTitle"/>
          </p:nvPr>
        </p:nvSpPr>
        <p:spPr>
          <a:xfrm>
            <a:off x="479601" y="1373025"/>
            <a:ext cx="73191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Análise dos resultados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600" y="838225"/>
            <a:ext cx="2604800" cy="346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2800" y="869000"/>
            <a:ext cx="3050100" cy="34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66125" y="675200"/>
            <a:ext cx="3000949" cy="41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ctrTitle"/>
          </p:nvPr>
        </p:nvSpPr>
        <p:spPr>
          <a:xfrm>
            <a:off x="474026" y="1423075"/>
            <a:ext cx="73191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Conclusões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6"/>
          <p:cNvSpPr txBox="1"/>
          <p:nvPr/>
        </p:nvSpPr>
        <p:spPr>
          <a:xfrm>
            <a:off x="342175" y="1383125"/>
            <a:ext cx="8230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Embora ainda haja pontos a melhorar — especialmente na interface — o projeto conseguiu atender todos os requisitos definidos inicialmente.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2000">
                <a:solidFill>
                  <a:schemeClr val="dk1"/>
                </a:solidFill>
              </a:rPr>
            </a:br>
            <a:r>
              <a:rPr lang="pt-BR" sz="2000">
                <a:solidFill>
                  <a:schemeClr val="dk1"/>
                </a:solidFill>
              </a:rPr>
              <a:t>Recebemos feedbacks positivos de diferentes perfis de usuários, incluindo os entrevistados no início do processo, colegas e amigos.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pt-BR" sz="2000">
                <a:solidFill>
                  <a:schemeClr val="dk1"/>
                </a:solidFill>
              </a:rPr>
            </a:br>
            <a:r>
              <a:rPr b="1" lang="pt-BR" sz="2000">
                <a:solidFill>
                  <a:schemeClr val="dk1"/>
                </a:solidFill>
              </a:rPr>
              <a:t>Como próximos passos</a:t>
            </a:r>
            <a:r>
              <a:rPr lang="pt-BR" sz="2000">
                <a:solidFill>
                  <a:schemeClr val="dk1"/>
                </a:solidFill>
              </a:rPr>
              <a:t>, consideramos importante refinar a interface e expandir algumas funcionalidades com base nos feedbacks recebidos.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ctrTitle"/>
          </p:nvPr>
        </p:nvSpPr>
        <p:spPr>
          <a:xfrm>
            <a:off x="474026" y="2145925"/>
            <a:ext cx="7319100" cy="109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Contatos e links do projeto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513" y="2269325"/>
            <a:ext cx="502525" cy="50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/>
        </p:nvSpPr>
        <p:spPr>
          <a:xfrm>
            <a:off x="825625" y="2371650"/>
            <a:ext cx="59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https://github.com/LeonOliveir4/ProjetoFinal_PDI/tree/Final_Presentation</a:t>
            </a:r>
            <a:endParaRPr/>
          </a:p>
        </p:txBody>
      </p:sp>
      <p:sp>
        <p:nvSpPr>
          <p:cNvPr id="169" name="Google Shape;169;p27"/>
          <p:cNvSpPr txBox="1"/>
          <p:nvPr/>
        </p:nvSpPr>
        <p:spPr>
          <a:xfrm>
            <a:off x="-873225" y="18790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P</a:t>
            </a:r>
            <a:r>
              <a:rPr lang="pt-BR" sz="2000">
                <a:solidFill>
                  <a:schemeClr val="dk1"/>
                </a:solidFill>
              </a:rPr>
              <a:t>r</a:t>
            </a:r>
            <a:r>
              <a:rPr lang="pt-BR" sz="2000">
                <a:solidFill>
                  <a:schemeClr val="dk1"/>
                </a:solidFill>
              </a:rPr>
              <a:t>ojeto:</a:t>
            </a:r>
            <a:endParaRPr sz="100"/>
          </a:p>
        </p:txBody>
      </p:sp>
      <p:sp>
        <p:nvSpPr>
          <p:cNvPr id="170" name="Google Shape;170;p27"/>
          <p:cNvSpPr txBox="1"/>
          <p:nvPr/>
        </p:nvSpPr>
        <p:spPr>
          <a:xfrm>
            <a:off x="-837350" y="30036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Contatos: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205125" y="339480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Leonardo Pires de Oliveira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Leonardo Fabiano de Souza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Murilo Valentim Alves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Stephany Caroline C. Santanna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3444375" y="3394800"/>
            <a:ext cx="5651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https://github.com/LeonOliveir4</a:t>
            </a:r>
            <a:r>
              <a:rPr lang="pt-BR">
                <a:solidFill>
                  <a:schemeClr val="dk1"/>
                </a:solidFill>
              </a:rPr>
              <a:t>—oliveira.l@aluno.ufabc.edu.br</a:t>
            </a:r>
            <a:br>
              <a:rPr lang="pt-BR">
                <a:solidFill>
                  <a:schemeClr val="dk1"/>
                </a:solidFill>
              </a:rPr>
            </a:b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https://github.com/LeFabSo</a:t>
            </a:r>
            <a:r>
              <a:rPr lang="pt-BR">
                <a:solidFill>
                  <a:schemeClr val="dk1"/>
                </a:solidFill>
              </a:rPr>
              <a:t>—leonardo.fabiano@aluno.ufabc.edu.br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https://github.com/MuriloVAlves</a:t>
            </a:r>
            <a:r>
              <a:rPr lang="pt-BR">
                <a:solidFill>
                  <a:schemeClr val="dk1"/>
                </a:solidFill>
              </a:rPr>
              <a:t>—murilo.alves@aluno.ufabc.edu.br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https://github.com/scarolinec—stephany.caroline@aluno.ufabc.edu.br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825625" y="2741075"/>
            <a:ext cx="809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https://colab.research.google.com/drive/1ZJ9p3FqIcxwp271LaCFG259GLajNZqXm?usp=sharing</a:t>
            </a:r>
            <a:endParaRPr/>
          </a:p>
        </p:txBody>
      </p:sp>
      <p:cxnSp>
        <p:nvCxnSpPr>
          <p:cNvPr id="174" name="Google Shape;174;p27"/>
          <p:cNvCxnSpPr/>
          <p:nvPr/>
        </p:nvCxnSpPr>
        <p:spPr>
          <a:xfrm flipH="1" rot="10800000">
            <a:off x="295725" y="3671850"/>
            <a:ext cx="8728200" cy="2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7"/>
          <p:cNvCxnSpPr>
            <a:endCxn id="172" idx="3"/>
          </p:cNvCxnSpPr>
          <p:nvPr/>
        </p:nvCxnSpPr>
        <p:spPr>
          <a:xfrm>
            <a:off x="316275" y="3907650"/>
            <a:ext cx="87795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7"/>
          <p:cNvCxnSpPr/>
          <p:nvPr/>
        </p:nvCxnSpPr>
        <p:spPr>
          <a:xfrm flipH="1" rot="10800000">
            <a:off x="305975" y="4128225"/>
            <a:ext cx="8753700" cy="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7"/>
          <p:cNvCxnSpPr/>
          <p:nvPr/>
        </p:nvCxnSpPr>
        <p:spPr>
          <a:xfrm>
            <a:off x="300850" y="4328125"/>
            <a:ext cx="8779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7"/>
          <p:cNvCxnSpPr/>
          <p:nvPr/>
        </p:nvCxnSpPr>
        <p:spPr>
          <a:xfrm>
            <a:off x="285475" y="3512750"/>
            <a:ext cx="10200" cy="8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7"/>
          <p:cNvCxnSpPr/>
          <p:nvPr/>
        </p:nvCxnSpPr>
        <p:spPr>
          <a:xfrm flipH="1" rot="10800000">
            <a:off x="254700" y="3477275"/>
            <a:ext cx="8779500" cy="2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7"/>
          <p:cNvCxnSpPr/>
          <p:nvPr/>
        </p:nvCxnSpPr>
        <p:spPr>
          <a:xfrm>
            <a:off x="9023775" y="3476850"/>
            <a:ext cx="10200" cy="87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1" name="Google Shape;181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34200" y="3787425"/>
            <a:ext cx="109800" cy="5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4325" y="2762714"/>
            <a:ext cx="524899" cy="323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